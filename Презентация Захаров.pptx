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Oswald" panose="00000500000000000000" pitchFamily="2" charset="-52"/>
      <p:regular r:id="rId19"/>
      <p:bold r:id="rId20"/>
    </p:embeddedFont>
    <p:embeddedFont>
      <p:font typeface="Source Code Pro" panose="020B0509030403020204" pitchFamily="49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84" y="7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лександр Захаров" userId="9b1c5cd10a6a6f07" providerId="LiveId" clId="{B8FD83F8-0CFC-47FE-B543-E45B40E19424}"/>
    <pc:docChg chg="custSel modSld">
      <pc:chgData name="Александр Захаров" userId="9b1c5cd10a6a6f07" providerId="LiveId" clId="{B8FD83F8-0CFC-47FE-B543-E45B40E19424}" dt="2026-05-23T07:06:43.420" v="146" actId="207"/>
      <pc:docMkLst>
        <pc:docMk/>
      </pc:docMkLst>
      <pc:sldChg chg="modSp mod">
        <pc:chgData name="Александр Захаров" userId="9b1c5cd10a6a6f07" providerId="LiveId" clId="{B8FD83F8-0CFC-47FE-B543-E45B40E19424}" dt="2026-05-23T07:06:27.368" v="143" actId="14100"/>
        <pc:sldMkLst>
          <pc:docMk/>
          <pc:sldMk cId="0" sldId="256"/>
        </pc:sldMkLst>
        <pc:spChg chg="mod">
          <ac:chgData name="Александр Захаров" userId="9b1c5cd10a6a6f07" providerId="LiveId" clId="{B8FD83F8-0CFC-47FE-B543-E45B40E19424}" dt="2026-05-23T07:06:27.368" v="143" actId="14100"/>
          <ac:spMkLst>
            <pc:docMk/>
            <pc:sldMk cId="0" sldId="256"/>
            <ac:spMk id="55" creationId="{00000000-0000-0000-0000-000000000000}"/>
          </ac:spMkLst>
        </pc:spChg>
        <pc:spChg chg="mod">
          <ac:chgData name="Александр Захаров" userId="9b1c5cd10a6a6f07" providerId="LiveId" clId="{B8FD83F8-0CFC-47FE-B543-E45B40E19424}" dt="2026-05-23T07:05:27.421" v="141" actId="20577"/>
          <ac:spMkLst>
            <pc:docMk/>
            <pc:sldMk cId="0" sldId="256"/>
            <ac:spMk id="56" creationId="{00000000-0000-0000-0000-000000000000}"/>
          </ac:spMkLst>
        </pc:spChg>
      </pc:sldChg>
      <pc:sldChg chg="modSp mod">
        <pc:chgData name="Александр Захаров" userId="9b1c5cd10a6a6f07" providerId="LiveId" clId="{B8FD83F8-0CFC-47FE-B543-E45B40E19424}" dt="2026-05-23T07:06:43.420" v="146" actId="207"/>
        <pc:sldMkLst>
          <pc:docMk/>
          <pc:sldMk cId="0" sldId="257"/>
        </pc:sldMkLst>
        <pc:spChg chg="mod">
          <ac:chgData name="Александр Захаров" userId="9b1c5cd10a6a6f07" providerId="LiveId" clId="{B8FD83F8-0CFC-47FE-B543-E45B40E19424}" dt="2026-05-23T07:06:37.978" v="144" actId="207"/>
          <ac:spMkLst>
            <pc:docMk/>
            <pc:sldMk cId="0" sldId="257"/>
            <ac:spMk id="62" creationId="{00000000-0000-0000-0000-000000000000}"/>
          </ac:spMkLst>
        </pc:spChg>
        <pc:spChg chg="mod">
          <ac:chgData name="Александр Захаров" userId="9b1c5cd10a6a6f07" providerId="LiveId" clId="{B8FD83F8-0CFC-47FE-B543-E45B40E19424}" dt="2026-05-23T07:06:43.420" v="146" actId="207"/>
          <ac:spMkLst>
            <pc:docMk/>
            <pc:sldMk cId="0" sldId="257"/>
            <ac:spMk id="63" creationId="{00000000-0000-0000-0000-000000000000}"/>
          </ac:spMkLst>
        </pc:spChg>
      </pc:sldChg>
      <pc:sldChg chg="modSp mod setBg">
        <pc:chgData name="Александр Захаров" userId="9b1c5cd10a6a6f07" providerId="LiveId" clId="{B8FD83F8-0CFC-47FE-B543-E45B40E19424}" dt="2026-05-22T23:26:53.087" v="81" actId="1076"/>
        <pc:sldMkLst>
          <pc:docMk/>
          <pc:sldMk cId="0" sldId="258"/>
        </pc:sldMkLst>
        <pc:spChg chg="mod">
          <ac:chgData name="Александр Захаров" userId="9b1c5cd10a6a6f07" providerId="LiveId" clId="{B8FD83F8-0CFC-47FE-B543-E45B40E19424}" dt="2026-05-22T23:26:43.672" v="79" actId="1076"/>
          <ac:spMkLst>
            <pc:docMk/>
            <pc:sldMk cId="0" sldId="258"/>
            <ac:spMk id="75" creationId="{00000000-0000-0000-0000-000000000000}"/>
          </ac:spMkLst>
        </pc:spChg>
        <pc:spChg chg="mod">
          <ac:chgData name="Александр Захаров" userId="9b1c5cd10a6a6f07" providerId="LiveId" clId="{B8FD83F8-0CFC-47FE-B543-E45B40E19424}" dt="2026-05-22T23:26:49.166" v="80" actId="1076"/>
          <ac:spMkLst>
            <pc:docMk/>
            <pc:sldMk cId="0" sldId="258"/>
            <ac:spMk id="76" creationId="{00000000-0000-0000-0000-000000000000}"/>
          </ac:spMkLst>
        </pc:spChg>
        <pc:spChg chg="mod">
          <ac:chgData name="Александр Захаров" userId="9b1c5cd10a6a6f07" providerId="LiveId" clId="{B8FD83F8-0CFC-47FE-B543-E45B40E19424}" dt="2026-05-22T23:26:41.499" v="78" actId="1076"/>
          <ac:spMkLst>
            <pc:docMk/>
            <pc:sldMk cId="0" sldId="258"/>
            <ac:spMk id="77" creationId="{00000000-0000-0000-0000-000000000000}"/>
          </ac:spMkLst>
        </pc:spChg>
        <pc:spChg chg="mod">
          <ac:chgData name="Александр Захаров" userId="9b1c5cd10a6a6f07" providerId="LiveId" clId="{B8FD83F8-0CFC-47FE-B543-E45B40E19424}" dt="2026-05-22T23:26:53.087" v="81" actId="1076"/>
          <ac:spMkLst>
            <pc:docMk/>
            <pc:sldMk cId="0" sldId="258"/>
            <ac:spMk id="78" creationId="{00000000-0000-0000-0000-000000000000}"/>
          </ac:spMkLst>
        </pc:spChg>
      </pc:sldChg>
      <pc:sldChg chg="setBg">
        <pc:chgData name="Александр Захаров" userId="9b1c5cd10a6a6f07" providerId="LiveId" clId="{B8FD83F8-0CFC-47FE-B543-E45B40E19424}" dt="2026-05-22T23:23:36.506" v="66"/>
        <pc:sldMkLst>
          <pc:docMk/>
          <pc:sldMk cId="0" sldId="259"/>
        </pc:sldMkLst>
      </pc:sldChg>
      <pc:sldChg chg="addSp modSp mod">
        <pc:chgData name="Александр Захаров" userId="9b1c5cd10a6a6f07" providerId="LiveId" clId="{B8FD83F8-0CFC-47FE-B543-E45B40E19424}" dt="2026-05-23T06:58:44.309" v="96" actId="14100"/>
        <pc:sldMkLst>
          <pc:docMk/>
          <pc:sldMk cId="0" sldId="260"/>
        </pc:sldMkLst>
        <pc:picChg chg="add mod">
          <ac:chgData name="Александр Захаров" userId="9b1c5cd10a6a6f07" providerId="LiveId" clId="{B8FD83F8-0CFC-47FE-B543-E45B40E19424}" dt="2026-05-23T06:58:19.885" v="90" actId="14100"/>
          <ac:picMkLst>
            <pc:docMk/>
            <pc:sldMk cId="0" sldId="260"/>
            <ac:picMk id="2" creationId="{7EA020ED-D263-E32D-B696-CED4C9838E60}"/>
          </ac:picMkLst>
        </pc:picChg>
        <pc:picChg chg="add mod">
          <ac:chgData name="Александр Захаров" userId="9b1c5cd10a6a6f07" providerId="LiveId" clId="{B8FD83F8-0CFC-47FE-B543-E45B40E19424}" dt="2026-05-23T06:58:44.309" v="96" actId="14100"/>
          <ac:picMkLst>
            <pc:docMk/>
            <pc:sldMk cId="0" sldId="260"/>
            <ac:picMk id="3" creationId="{C51B1160-FA9C-C874-EC4E-9ABCFFD5B5B2}"/>
          </ac:picMkLst>
        </pc:picChg>
      </pc:sldChg>
      <pc:sldChg chg="addSp modSp mod">
        <pc:chgData name="Александр Захаров" userId="9b1c5cd10a6a6f07" providerId="LiveId" clId="{B8FD83F8-0CFC-47FE-B543-E45B40E19424}" dt="2026-05-23T06:59:19.999" v="102" actId="14100"/>
        <pc:sldMkLst>
          <pc:docMk/>
          <pc:sldMk cId="0" sldId="261"/>
        </pc:sldMkLst>
        <pc:picChg chg="add mod">
          <ac:chgData name="Александр Захаров" userId="9b1c5cd10a6a6f07" providerId="LiveId" clId="{B8FD83F8-0CFC-47FE-B543-E45B40E19424}" dt="2026-05-23T06:59:19.999" v="102" actId="14100"/>
          <ac:picMkLst>
            <pc:docMk/>
            <pc:sldMk cId="0" sldId="261"/>
            <ac:picMk id="2" creationId="{07658309-24F7-46E3-4F05-AB6F78E0BDE0}"/>
          </ac:picMkLst>
        </pc:picChg>
      </pc:sldChg>
      <pc:sldChg chg="addSp delSp modSp mod setBg">
        <pc:chgData name="Александр Захаров" userId="9b1c5cd10a6a6f07" providerId="LiveId" clId="{B8FD83F8-0CFC-47FE-B543-E45B40E19424}" dt="2026-05-23T07:00:34.650" v="117" actId="14100"/>
        <pc:sldMkLst>
          <pc:docMk/>
          <pc:sldMk cId="0" sldId="262"/>
        </pc:sldMkLst>
        <pc:picChg chg="add mod">
          <ac:chgData name="Александр Захаров" userId="9b1c5cd10a6a6f07" providerId="LiveId" clId="{B8FD83F8-0CFC-47FE-B543-E45B40E19424}" dt="2026-05-23T07:00:04.690" v="111" actId="14100"/>
          <ac:picMkLst>
            <pc:docMk/>
            <pc:sldMk cId="0" sldId="262"/>
            <ac:picMk id="2" creationId="{076E3208-86E6-A01B-E493-41E1B27066C4}"/>
          </ac:picMkLst>
        </pc:picChg>
        <pc:picChg chg="add mod">
          <ac:chgData name="Александр Захаров" userId="9b1c5cd10a6a6f07" providerId="LiveId" clId="{B8FD83F8-0CFC-47FE-B543-E45B40E19424}" dt="2026-05-23T07:00:34.650" v="117" actId="14100"/>
          <ac:picMkLst>
            <pc:docMk/>
            <pc:sldMk cId="0" sldId="262"/>
            <ac:picMk id="3" creationId="{40F38F4A-1B80-A97E-269F-BDB3D5BFD950}"/>
          </ac:picMkLst>
        </pc:picChg>
        <pc:picChg chg="del">
          <ac:chgData name="Александр Захаров" userId="9b1c5cd10a6a6f07" providerId="LiveId" clId="{B8FD83F8-0CFC-47FE-B543-E45B40E19424}" dt="2026-05-23T06:59:35.709" v="105" actId="478"/>
          <ac:picMkLst>
            <pc:docMk/>
            <pc:sldMk cId="0" sldId="262"/>
            <ac:picMk id="116" creationId="{00000000-0000-0000-0000-000000000000}"/>
          </ac:picMkLst>
        </pc:picChg>
        <pc:picChg chg="mod">
          <ac:chgData name="Александр Захаров" userId="9b1c5cd10a6a6f07" providerId="LiveId" clId="{B8FD83F8-0CFC-47FE-B543-E45B40E19424}" dt="2026-05-23T06:59:39.581" v="106" actId="1076"/>
          <ac:picMkLst>
            <pc:docMk/>
            <pc:sldMk cId="0" sldId="262"/>
            <ac:picMk id="117" creationId="{00000000-0000-0000-0000-000000000000}"/>
          </ac:picMkLst>
        </pc:picChg>
        <pc:picChg chg="mod">
          <ac:chgData name="Александр Захаров" userId="9b1c5cd10a6a6f07" providerId="LiveId" clId="{B8FD83F8-0CFC-47FE-B543-E45B40E19424}" dt="2026-05-23T06:59:32.304" v="103" actId="1076"/>
          <ac:picMkLst>
            <pc:docMk/>
            <pc:sldMk cId="0" sldId="262"/>
            <ac:picMk id="120" creationId="{00000000-0000-0000-0000-000000000000}"/>
          </ac:picMkLst>
        </pc:picChg>
      </pc:sldChg>
      <pc:sldChg chg="addSp modSp mod setBg">
        <pc:chgData name="Александр Захаров" userId="9b1c5cd10a6a6f07" providerId="LiveId" clId="{B8FD83F8-0CFC-47FE-B543-E45B40E19424}" dt="2026-05-23T07:03:45.465" v="138" actId="14100"/>
        <pc:sldMkLst>
          <pc:docMk/>
          <pc:sldMk cId="0" sldId="263"/>
        </pc:sldMkLst>
        <pc:picChg chg="add mod">
          <ac:chgData name="Александр Захаров" userId="9b1c5cd10a6a6f07" providerId="LiveId" clId="{B8FD83F8-0CFC-47FE-B543-E45B40E19424}" dt="2026-05-23T07:03:45.465" v="138" actId="14100"/>
          <ac:picMkLst>
            <pc:docMk/>
            <pc:sldMk cId="0" sldId="263"/>
            <ac:picMk id="3" creationId="{270DB565-A9E9-5B97-D2E7-9A4E05982E7A}"/>
          </ac:picMkLst>
        </pc:picChg>
        <pc:picChg chg="mod">
          <ac:chgData name="Александр Захаров" userId="9b1c5cd10a6a6f07" providerId="LiveId" clId="{B8FD83F8-0CFC-47FE-B543-E45B40E19424}" dt="2026-05-22T23:13:14.106" v="8" actId="14100"/>
          <ac:picMkLst>
            <pc:docMk/>
            <pc:sldMk cId="0" sldId="263"/>
            <ac:picMk id="127" creationId="{00000000-0000-0000-0000-000000000000}"/>
          </ac:picMkLst>
        </pc:picChg>
      </pc:sldChg>
      <pc:sldChg chg="addSp modSp mod setBg">
        <pc:chgData name="Александр Захаров" userId="9b1c5cd10a6a6f07" providerId="LiveId" clId="{B8FD83F8-0CFC-47FE-B543-E45B40E19424}" dt="2026-05-23T07:01:45.846" v="122" actId="14100"/>
        <pc:sldMkLst>
          <pc:docMk/>
          <pc:sldMk cId="0" sldId="266"/>
        </pc:sldMkLst>
        <pc:picChg chg="add mod">
          <ac:chgData name="Александр Захаров" userId="9b1c5cd10a6a6f07" providerId="LiveId" clId="{B8FD83F8-0CFC-47FE-B543-E45B40E19424}" dt="2026-05-23T07:01:45.846" v="122" actId="14100"/>
          <ac:picMkLst>
            <pc:docMk/>
            <pc:sldMk cId="0" sldId="266"/>
            <ac:picMk id="2" creationId="{237AB6B8-55E0-AD7D-14C7-22A3E38397A3}"/>
          </ac:picMkLst>
        </pc:picChg>
        <pc:picChg chg="mod">
          <ac:chgData name="Александр Захаров" userId="9b1c5cd10a6a6f07" providerId="LiveId" clId="{B8FD83F8-0CFC-47FE-B543-E45B40E19424}" dt="2026-05-22T23:22:21.320" v="45" actId="1076"/>
          <ac:picMkLst>
            <pc:docMk/>
            <pc:sldMk cId="0" sldId="266"/>
            <ac:picMk id="159" creationId="{00000000-0000-0000-0000-000000000000}"/>
          </ac:picMkLst>
        </pc:picChg>
      </pc:sldChg>
      <pc:sldChg chg="delSp modSp mod setBg">
        <pc:chgData name="Александр Захаров" userId="9b1c5cd10a6a6f07" providerId="LiveId" clId="{B8FD83F8-0CFC-47FE-B543-E45B40E19424}" dt="2026-05-22T23:21:21.719" v="41"/>
        <pc:sldMkLst>
          <pc:docMk/>
          <pc:sldMk cId="0" sldId="267"/>
        </pc:sldMkLst>
        <pc:picChg chg="del">
          <ac:chgData name="Александр Захаров" userId="9b1c5cd10a6a6f07" providerId="LiveId" clId="{B8FD83F8-0CFC-47FE-B543-E45B40E19424}" dt="2026-05-22T23:20:43.602" v="31" actId="478"/>
          <ac:picMkLst>
            <pc:docMk/>
            <pc:sldMk cId="0" sldId="267"/>
            <ac:picMk id="169" creationId="{00000000-0000-0000-0000-000000000000}"/>
          </ac:picMkLst>
        </pc:picChg>
        <pc:picChg chg="del">
          <ac:chgData name="Александр Захаров" userId="9b1c5cd10a6a6f07" providerId="LiveId" clId="{B8FD83F8-0CFC-47FE-B543-E45B40E19424}" dt="2026-05-22T23:20:43.043" v="30" actId="478"/>
          <ac:picMkLst>
            <pc:docMk/>
            <pc:sldMk cId="0" sldId="267"/>
            <ac:picMk id="170" creationId="{00000000-0000-0000-0000-000000000000}"/>
          </ac:picMkLst>
        </pc:picChg>
        <pc:picChg chg="del">
          <ac:chgData name="Александр Захаров" userId="9b1c5cd10a6a6f07" providerId="LiveId" clId="{B8FD83F8-0CFC-47FE-B543-E45B40E19424}" dt="2026-05-22T23:21:09.203" v="36" actId="478"/>
          <ac:picMkLst>
            <pc:docMk/>
            <pc:sldMk cId="0" sldId="267"/>
            <ac:picMk id="171" creationId="{00000000-0000-0000-0000-000000000000}"/>
          </ac:picMkLst>
        </pc:picChg>
        <pc:picChg chg="mod">
          <ac:chgData name="Александр Захаров" userId="9b1c5cd10a6a6f07" providerId="LiveId" clId="{B8FD83F8-0CFC-47FE-B543-E45B40E19424}" dt="2026-05-22T23:21:06.239" v="35" actId="14100"/>
          <ac:picMkLst>
            <pc:docMk/>
            <pc:sldMk cId="0" sldId="267"/>
            <ac:picMk id="172" creationId="{00000000-0000-0000-0000-000000000000}"/>
          </ac:picMkLst>
        </pc:picChg>
        <pc:picChg chg="del">
          <ac:chgData name="Александр Захаров" userId="9b1c5cd10a6a6f07" providerId="LiveId" clId="{B8FD83F8-0CFC-47FE-B543-E45B40E19424}" dt="2026-05-22T23:20:42.507" v="29" actId="478"/>
          <ac:picMkLst>
            <pc:docMk/>
            <pc:sldMk cId="0" sldId="267"/>
            <ac:picMk id="173" creationId="{00000000-0000-0000-0000-000000000000}"/>
          </ac:picMkLst>
        </pc:picChg>
        <pc:picChg chg="mod">
          <ac:chgData name="Александр Захаров" userId="9b1c5cd10a6a6f07" providerId="LiveId" clId="{B8FD83F8-0CFC-47FE-B543-E45B40E19424}" dt="2026-05-22T23:20:50.560" v="33" actId="1076"/>
          <ac:picMkLst>
            <pc:docMk/>
            <pc:sldMk cId="0" sldId="267"/>
            <ac:picMk id="174" creationId="{00000000-0000-0000-0000-000000000000}"/>
          </ac:picMkLst>
        </pc:picChg>
      </pc:sldChg>
      <pc:sldChg chg="addSp delSp modSp mod setBg">
        <pc:chgData name="Александр Захаров" userId="9b1c5cd10a6a6f07" providerId="LiveId" clId="{B8FD83F8-0CFC-47FE-B543-E45B40E19424}" dt="2026-05-23T07:02:40.884" v="133" actId="14100"/>
        <pc:sldMkLst>
          <pc:docMk/>
          <pc:sldMk cId="0" sldId="268"/>
        </pc:sldMkLst>
        <pc:picChg chg="add mod">
          <ac:chgData name="Александр Захаров" userId="9b1c5cd10a6a6f07" providerId="LiveId" clId="{B8FD83F8-0CFC-47FE-B543-E45B40E19424}" dt="2026-05-23T07:02:40.884" v="133" actId="14100"/>
          <ac:picMkLst>
            <pc:docMk/>
            <pc:sldMk cId="0" sldId="268"/>
            <ac:picMk id="2" creationId="{C10808F7-46D8-032B-4C99-D96BDA90CD90}"/>
          </ac:picMkLst>
        </pc:picChg>
        <pc:picChg chg="mod">
          <ac:chgData name="Александр Захаров" userId="9b1c5cd10a6a6f07" providerId="LiveId" clId="{B8FD83F8-0CFC-47FE-B543-E45B40E19424}" dt="2026-05-23T07:02:32.866" v="130" actId="14100"/>
          <ac:picMkLst>
            <pc:docMk/>
            <pc:sldMk cId="0" sldId="268"/>
            <ac:picMk id="182" creationId="{00000000-0000-0000-0000-000000000000}"/>
          </ac:picMkLst>
        </pc:picChg>
        <pc:picChg chg="del">
          <ac:chgData name="Александр Захаров" userId="9b1c5cd10a6a6f07" providerId="LiveId" clId="{B8FD83F8-0CFC-47FE-B543-E45B40E19424}" dt="2026-05-23T07:01:58.669" v="123" actId="478"/>
          <ac:picMkLst>
            <pc:docMk/>
            <pc:sldMk cId="0" sldId="268"/>
            <ac:picMk id="184" creationId="{00000000-0000-0000-0000-000000000000}"/>
          </ac:picMkLst>
        </pc:picChg>
      </pc:sldChg>
      <pc:sldChg chg="delSp modSp mod">
        <pc:chgData name="Александр Захаров" userId="9b1c5cd10a6a6f07" providerId="LiveId" clId="{B8FD83F8-0CFC-47FE-B543-E45B40E19424}" dt="2026-05-22T23:20:08.426" v="26" actId="478"/>
        <pc:sldMkLst>
          <pc:docMk/>
          <pc:sldMk cId="0" sldId="269"/>
        </pc:sldMkLst>
        <pc:picChg chg="del">
          <ac:chgData name="Александр Захаров" userId="9b1c5cd10a6a6f07" providerId="LiveId" clId="{B8FD83F8-0CFC-47FE-B543-E45B40E19424}" dt="2026-05-22T23:20:08.426" v="26" actId="478"/>
          <ac:picMkLst>
            <pc:docMk/>
            <pc:sldMk cId="0" sldId="269"/>
            <ac:picMk id="195" creationId="{00000000-0000-0000-0000-000000000000}"/>
          </ac:picMkLst>
        </pc:picChg>
        <pc:picChg chg="mod">
          <ac:chgData name="Александр Захаров" userId="9b1c5cd10a6a6f07" providerId="LiveId" clId="{B8FD83F8-0CFC-47FE-B543-E45B40E19424}" dt="2026-05-22T23:20:04.864" v="25" actId="14100"/>
          <ac:picMkLst>
            <pc:docMk/>
            <pc:sldMk cId="0" sldId="269"/>
            <ac:picMk id="196" creationId="{00000000-0000-0000-0000-000000000000}"/>
          </ac:picMkLst>
        </pc:picChg>
        <pc:picChg chg="mod">
          <ac:chgData name="Александр Захаров" userId="9b1c5cd10a6a6f07" providerId="LiveId" clId="{B8FD83F8-0CFC-47FE-B543-E45B40E19424}" dt="2026-05-22T23:19:47.480" v="22" actId="1076"/>
          <ac:picMkLst>
            <pc:docMk/>
            <pc:sldMk cId="0" sldId="269"/>
            <ac:picMk id="197" creationId="{00000000-0000-0000-0000-000000000000}"/>
          </ac:picMkLst>
        </pc:picChg>
      </pc:sldChg>
      <pc:sldChg chg="setBg">
        <pc:chgData name="Александр Захаров" userId="9b1c5cd10a6a6f07" providerId="LiveId" clId="{B8FD83F8-0CFC-47FE-B543-E45B40E19424}" dt="2026-05-22T23:19:35.266" v="20"/>
        <pc:sldMkLst>
          <pc:docMk/>
          <pc:sldMk cId="0" sldId="270"/>
        </pc:sldMkLst>
      </pc:sldChg>
      <pc:sldChg chg="modSp mod setBg">
        <pc:chgData name="Александр Захаров" userId="9b1c5cd10a6a6f07" providerId="LiveId" clId="{B8FD83F8-0CFC-47FE-B543-E45B40E19424}" dt="2026-05-22T23:18:42.509" v="13" actId="1076"/>
        <pc:sldMkLst>
          <pc:docMk/>
          <pc:sldMk cId="0" sldId="271"/>
        </pc:sldMkLst>
        <pc:spChg chg="mod">
          <ac:chgData name="Александр Захаров" userId="9b1c5cd10a6a6f07" providerId="LiveId" clId="{B8FD83F8-0CFC-47FE-B543-E45B40E19424}" dt="2026-05-22T23:18:42.509" v="13" actId="1076"/>
          <ac:spMkLst>
            <pc:docMk/>
            <pc:sldMk cId="0" sldId="271"/>
            <ac:spMk id="22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6f80d1f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6f80d1f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c6f80d1f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c6f80d1f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c6f80d1f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c6f80d1f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c6f80d1f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c6f80d1f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c6f80d1f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c6f80d1f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11ad1eac24_2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11ad1eac24_2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11ad1eac24_2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11ad1eac24_2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11ad1eac24_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11ad1eac24_2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cdc790d4416cc3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cdc790d4416cc3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cdc790d4416cc34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cdc790d4416cc34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cdc790d4416cc34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cdc790d4416cc34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cdc790d4416cc34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cdc790d4416cc34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cdc790d4416cc34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cdc790d4416cc34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cdc790d4416cc34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cdc790d4416cc34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cdc790d4416cc34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cdc790d4416cc34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cdc790d4416cc34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cdc790d4416cc34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9000" r="-22000"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-34121" y="-1"/>
            <a:ext cx="9198591" cy="1500027"/>
          </a:xfrm>
          <a:prstGeom prst="wedgeRectCallout">
            <a:avLst>
              <a:gd name="adj1" fmla="val -20949"/>
              <a:gd name="adj2" fmla="val 95620"/>
            </a:avLst>
          </a:prstGeom>
          <a:solidFill>
            <a:srgbClr val="21252E">
              <a:alpha val="75000"/>
            </a:srgbClr>
          </a:solidFill>
          <a:ln w="9525" cap="flat" cmpd="sng">
            <a:solidFill>
              <a:srgbClr val="FFC1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20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dirty="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Разработка web-приложения </a:t>
            </a:r>
            <a:r>
              <a:rPr lang="ru" sz="3500" dirty="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для онлайн-заказа блюд ресторана «Прованс» на React, Node.js и PostgreSQL</a:t>
            </a:r>
            <a:endParaRPr sz="3500" dirty="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338065" y="1704575"/>
            <a:ext cx="7836900" cy="2699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 dirty="0">
                <a:solidFill>
                  <a:schemeClr val="tx1"/>
                </a:solidFill>
              </a:rPr>
              <a:t>Исполнитель </a:t>
            </a:r>
            <a:endParaRPr sz="1800" b="1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800" b="1" dirty="0">
                <a:solidFill>
                  <a:schemeClr val="tx1"/>
                </a:solidFill>
              </a:rPr>
              <a:t>студент группы ПОЗ-51		А.В. Захаров</a:t>
            </a:r>
            <a:endParaRPr sz="1800" b="1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800" b="1" dirty="0">
                <a:solidFill>
                  <a:schemeClr val="tx1"/>
                </a:solidFill>
              </a:rPr>
              <a:t>Научный руководитель</a:t>
            </a:r>
            <a:endParaRPr sz="1800" b="1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800" b="1" dirty="0">
                <a:solidFill>
                  <a:schemeClr val="tx1"/>
                </a:solidFill>
              </a:rPr>
              <a:t>к.ф.-м.н., доцент		Е.М. Березовская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800" b="1" dirty="0">
                <a:solidFill>
                  <a:srgbClr val="21252E"/>
                </a:solidFill>
              </a:rPr>
              <a:t>     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b="1" dirty="0">
              <a:solidFill>
                <a:srgbClr val="21252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9000" r="-22000"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0" y="0"/>
            <a:ext cx="9144000" cy="7530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2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dirty="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                            Цель и задачи дипломной работы</a:t>
            </a:r>
            <a:endParaRPr dirty="0"/>
          </a:p>
        </p:txBody>
      </p:sp>
      <p:sp>
        <p:nvSpPr>
          <p:cNvPr id="62" name="Google Shape;62;p14"/>
          <p:cNvSpPr txBox="1"/>
          <p:nvPr/>
        </p:nvSpPr>
        <p:spPr>
          <a:xfrm>
            <a:off x="3287650" y="753000"/>
            <a:ext cx="5856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720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>
                <a:solidFill>
                  <a:schemeClr val="tx1"/>
                </a:solidFill>
                <a:latin typeface="Oswald"/>
                <a:ea typeface="Oswald"/>
                <a:cs typeface="Oswald"/>
                <a:sym typeface="Oswald"/>
              </a:rPr>
              <a:t>Разработать веб-приложение для ресторана «Прованс»: меню, доставка, бронирование, личный кабинет</a:t>
            </a:r>
            <a:endParaRPr sz="400" dirty="0">
              <a:solidFill>
                <a:schemeClr val="tx1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371637" y="1449256"/>
            <a:ext cx="5688325" cy="3730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Проанализировать веб-решения HoReCa и обосновать стек React — Express — PostgreSQL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Спроектировать REST API и клиентскую SPA-часть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Реализовать интерфейс: главная, доставка, галерея, модальные окна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Спроектировать БД: users, bookings, reviews, dishes, delivery_orders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Наполнить каталог (48 блюд, 8 категорий) через schema.sql и seed_dishes.sql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Выполнить тестирование сценариев и production-сборку клиента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3455625" y="1673200"/>
            <a:ext cx="157500" cy="157500"/>
          </a:xfrm>
          <a:prstGeom prst="ellipse">
            <a:avLst/>
          </a:prstGeom>
          <a:solidFill>
            <a:srgbClr val="FFC107"/>
          </a:solidFill>
          <a:ln w="9525" cap="flat" cmpd="sng">
            <a:solidFill>
              <a:srgbClr val="FFC1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3455625" y="2556000"/>
            <a:ext cx="157500" cy="157500"/>
          </a:xfrm>
          <a:prstGeom prst="ellipse">
            <a:avLst/>
          </a:prstGeom>
          <a:solidFill>
            <a:srgbClr val="FFC107"/>
          </a:solidFill>
          <a:ln w="9525" cap="flat" cmpd="sng">
            <a:solidFill>
              <a:srgbClr val="FFC1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3455625" y="3204000"/>
            <a:ext cx="157500" cy="157500"/>
          </a:xfrm>
          <a:prstGeom prst="ellipse">
            <a:avLst/>
          </a:prstGeom>
          <a:solidFill>
            <a:srgbClr val="FFC107"/>
          </a:solidFill>
          <a:ln w="9525" cap="flat" cmpd="sng">
            <a:solidFill>
              <a:srgbClr val="FFC1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3455625" y="3636000"/>
            <a:ext cx="157500" cy="157500"/>
          </a:xfrm>
          <a:prstGeom prst="ellipse">
            <a:avLst/>
          </a:prstGeom>
          <a:solidFill>
            <a:srgbClr val="FFC107"/>
          </a:solidFill>
          <a:ln w="9525" cap="flat" cmpd="sng">
            <a:solidFill>
              <a:srgbClr val="FFC1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68" name="Google Shape;68;p14"/>
          <p:cNvSpPr/>
          <p:nvPr/>
        </p:nvSpPr>
        <p:spPr>
          <a:xfrm>
            <a:off x="3455625" y="4320000"/>
            <a:ext cx="157500" cy="157500"/>
          </a:xfrm>
          <a:prstGeom prst="ellipse">
            <a:avLst/>
          </a:prstGeom>
          <a:solidFill>
            <a:srgbClr val="FFC107"/>
          </a:solidFill>
          <a:ln w="9525" cap="flat" cmpd="sng">
            <a:solidFill>
              <a:srgbClr val="FFC1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3455625" y="4741200"/>
            <a:ext cx="157500" cy="157500"/>
          </a:xfrm>
          <a:prstGeom prst="ellipse">
            <a:avLst/>
          </a:prstGeom>
          <a:solidFill>
            <a:srgbClr val="FFC107"/>
          </a:solidFill>
          <a:ln w="9525" cap="flat" cmpd="sng">
            <a:solidFill>
              <a:srgbClr val="FFC1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8744300" y="4741200"/>
            <a:ext cx="396000" cy="3924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 2 </a:t>
            </a:r>
            <a:endParaRPr sz="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>
            <a:off x="2999581" y="3607500"/>
            <a:ext cx="1329900" cy="1329900"/>
          </a:xfrm>
          <a:prstGeom prst="ellipse">
            <a:avLst/>
          </a:prstGeom>
          <a:solidFill>
            <a:srgbClr val="D3D4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2999581" y="3968550"/>
            <a:ext cx="13299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VS Code</a:t>
            </a:r>
            <a:endParaRPr sz="1800" dirty="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Git</a:t>
            </a:r>
            <a:endParaRPr sz="1800" dirty="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3725383" y="770116"/>
            <a:ext cx="2954700" cy="29547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3725383" y="1813713"/>
            <a:ext cx="29547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dirty="0">
                <a:solidFill>
                  <a:srgbClr val="21252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React</a:t>
            </a:r>
            <a:endParaRPr sz="4000" dirty="0">
              <a:solidFill>
                <a:srgbClr val="21252E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dirty="0">
                <a:solidFill>
                  <a:srgbClr val="21252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Express</a:t>
            </a:r>
            <a:endParaRPr sz="4000" dirty="0">
              <a:solidFill>
                <a:srgbClr val="21252E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5846076" y="3406740"/>
            <a:ext cx="1506600" cy="1506600"/>
          </a:xfrm>
          <a:prstGeom prst="ellipse">
            <a:avLst/>
          </a:prstGeom>
          <a:solidFill>
            <a:srgbClr val="FF79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5846275" y="3856050"/>
            <a:ext cx="1506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TypeScript</a:t>
            </a:r>
            <a:endParaRPr sz="23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6887072" y="1323466"/>
            <a:ext cx="1848600" cy="1848000"/>
          </a:xfrm>
          <a:prstGeom prst="ellipse">
            <a:avLst/>
          </a:prstGeom>
          <a:solidFill>
            <a:srgbClr val="21252E">
              <a:alpha val="7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6887075" y="1943575"/>
            <a:ext cx="1848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PostgreSQL</a:t>
            </a:r>
            <a:endParaRPr sz="2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0" y="0"/>
            <a:ext cx="9144000" cy="7530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2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dirty="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                          Средства разработки</a:t>
            </a:r>
            <a:endParaRPr dirty="0"/>
          </a:p>
        </p:txBody>
      </p:sp>
      <p:sp>
        <p:nvSpPr>
          <p:cNvPr id="84" name="Google Shape;84;p15"/>
          <p:cNvSpPr/>
          <p:nvPr/>
        </p:nvSpPr>
        <p:spPr>
          <a:xfrm>
            <a:off x="8744300" y="4741200"/>
            <a:ext cx="396000" cy="3924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 3 </a:t>
            </a:r>
            <a:endParaRPr sz="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14000" b="-7000"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0"/>
            <a:ext cx="9144000" cy="7530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2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                        Структура базы данных</a:t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8744300" y="4741200"/>
            <a:ext cx="396000" cy="3924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 4 </a:t>
            </a:r>
            <a:endParaRPr sz="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/>
          <p:nvPr/>
        </p:nvSpPr>
        <p:spPr>
          <a:xfrm>
            <a:off x="0" y="0"/>
            <a:ext cx="9144000" cy="7530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2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                           Регистрация и вход (JWT)</a:t>
            </a:r>
            <a:endParaRPr/>
          </a:p>
        </p:txBody>
      </p:sp>
      <p:pic>
        <p:nvPicPr>
          <p:cNvPr id="98" name="Google Shape;98;p17" descr="Открытый ноутбук Chromebook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57" y="842931"/>
            <a:ext cx="4259423" cy="252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 descr="Открытый ноутбук Chromebook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2880" y="1865950"/>
            <a:ext cx="4259423" cy="25258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8744300" y="4741200"/>
            <a:ext cx="396000" cy="3924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 5 </a:t>
            </a:r>
            <a:endParaRPr sz="40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EA020ED-D263-E32D-B696-CED4C9838E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1122" y="2085654"/>
            <a:ext cx="3224202" cy="180183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1B1160-FA9C-C874-EC4E-9ABCFFD5B5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697" y="1047964"/>
            <a:ext cx="3224204" cy="17963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8" descr="Открытый ноутбук Chromebook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53800"/>
            <a:ext cx="6137329" cy="3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/>
          <p:nvPr/>
        </p:nvSpPr>
        <p:spPr>
          <a:xfrm>
            <a:off x="0" y="0"/>
            <a:ext cx="9144000" cy="7530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2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                               Каталог блюд доставки</a:t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8744300" y="4741200"/>
            <a:ext cx="396000" cy="3924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 6 </a:t>
            </a:r>
            <a:endParaRPr sz="40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7658309-24F7-46E3-4F05-AB6F78E0BD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13" y="1273997"/>
            <a:ext cx="4541178" cy="26610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9" descr="Открытый ноутбук Chromebook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912228"/>
            <a:ext cx="4259423" cy="252580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/>
          <p:nvPr/>
        </p:nvSpPr>
        <p:spPr>
          <a:xfrm>
            <a:off x="0" y="0"/>
            <a:ext cx="9144000" cy="7530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2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                           Корзина и оформление заказа</a:t>
            </a:r>
            <a:endParaRPr/>
          </a:p>
        </p:txBody>
      </p:sp>
      <p:pic>
        <p:nvPicPr>
          <p:cNvPr id="120" name="Google Shape;120;p19" descr="Открытый ноутбук Chromebook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577" y="1786689"/>
            <a:ext cx="4259423" cy="25258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/>
          <p:nvPr/>
        </p:nvSpPr>
        <p:spPr>
          <a:xfrm>
            <a:off x="8744300" y="4741200"/>
            <a:ext cx="396000" cy="3924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 7 </a:t>
            </a:r>
            <a:endParaRPr sz="40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76E3208-86E6-A01B-E493-41E1B27066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208" y="2003461"/>
            <a:ext cx="3143892" cy="178770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0F38F4A-1B80-A97E-269F-BDB3D5BFD9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1631" y="1140431"/>
            <a:ext cx="3143892" cy="17671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9000" r="-22000"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0" descr="Открытый ноутбук Chromebook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4536" y="1137665"/>
            <a:ext cx="6115764" cy="360353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/>
          <p:nvPr/>
        </p:nvSpPr>
        <p:spPr>
          <a:xfrm>
            <a:off x="0" y="0"/>
            <a:ext cx="9144000" cy="7530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2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                        Личный кабинет гостя</a:t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8744300" y="4741200"/>
            <a:ext cx="396000" cy="3924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 8 </a:t>
            </a:r>
            <a:endParaRPr sz="40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70DB565-A9E9-5B97-D2E7-9A4E05982E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0615" y="1448656"/>
            <a:ext cx="4520629" cy="25571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0000" y="1347808"/>
            <a:ext cx="4744650" cy="2600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0000" y="1259725"/>
            <a:ext cx="4744650" cy="248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1" descr="Открытый ноутбук Chromebook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23950" y="933750"/>
            <a:ext cx="6420048" cy="380702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/>
          <p:nvPr/>
        </p:nvSpPr>
        <p:spPr>
          <a:xfrm>
            <a:off x="0" y="0"/>
            <a:ext cx="9144000" cy="7530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2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                     Главная страница ресторана</a:t>
            </a:r>
            <a:endParaRPr/>
          </a:p>
        </p:txBody>
      </p:sp>
      <p:sp>
        <p:nvSpPr>
          <p:cNvPr id="140" name="Google Shape;140;p21"/>
          <p:cNvSpPr/>
          <p:nvPr/>
        </p:nvSpPr>
        <p:spPr>
          <a:xfrm>
            <a:off x="8744300" y="4741200"/>
            <a:ext cx="396000" cy="3924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 9 </a:t>
            </a:r>
            <a:endParaRPr sz="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4950" y="1308822"/>
            <a:ext cx="4642025" cy="2954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2" descr="Открытый ноутбук Chromebook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52658" y="993467"/>
            <a:ext cx="6066607" cy="358566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/>
          <p:nvPr/>
        </p:nvSpPr>
        <p:spPr>
          <a:xfrm>
            <a:off x="0" y="0"/>
            <a:ext cx="9144000" cy="7530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2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                      Бронирование столика</a:t>
            </a:r>
            <a:endParaRPr/>
          </a:p>
        </p:txBody>
      </p:sp>
      <p:sp>
        <p:nvSpPr>
          <p:cNvPr id="152" name="Google Shape;152;p22"/>
          <p:cNvSpPr/>
          <p:nvPr/>
        </p:nvSpPr>
        <p:spPr>
          <a:xfrm>
            <a:off x="8744300" y="4741200"/>
            <a:ext cx="396000" cy="3924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10 </a:t>
            </a:r>
            <a:endParaRPr sz="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9000" b="-69000"/>
          </a:stretch>
        </a:blip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3" descr="Открытый ноутбук Chromebook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4877" y="1592687"/>
            <a:ext cx="4259423" cy="25258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3"/>
          <p:cNvSpPr/>
          <p:nvPr/>
        </p:nvSpPr>
        <p:spPr>
          <a:xfrm>
            <a:off x="0" y="0"/>
            <a:ext cx="9144000" cy="7530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2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                        Галерея интерьера</a:t>
            </a:r>
            <a:endParaRPr/>
          </a:p>
        </p:txBody>
      </p:sp>
      <p:sp>
        <p:nvSpPr>
          <p:cNvPr id="164" name="Google Shape;164;p23"/>
          <p:cNvSpPr/>
          <p:nvPr/>
        </p:nvSpPr>
        <p:spPr>
          <a:xfrm>
            <a:off x="8744300" y="4741200"/>
            <a:ext cx="396000" cy="3924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11 </a:t>
            </a:r>
            <a:endParaRPr sz="40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37AB6B8-55E0-AD7D-14C7-22A3E3839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515" y="1808252"/>
            <a:ext cx="3154166" cy="17774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9000" r="-22000"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9044" y="1518834"/>
            <a:ext cx="4045057" cy="2572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4" descr="Открытый ноутбук Chromebook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9100" y="1171734"/>
            <a:ext cx="5443200" cy="371820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4"/>
          <p:cNvSpPr/>
          <p:nvPr/>
        </p:nvSpPr>
        <p:spPr>
          <a:xfrm>
            <a:off x="0" y="0"/>
            <a:ext cx="9144000" cy="7530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2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                            Бизнес-ланч и таймер</a:t>
            </a:r>
            <a:endParaRPr/>
          </a:p>
        </p:txBody>
      </p:sp>
      <p:sp>
        <p:nvSpPr>
          <p:cNvPr id="176" name="Google Shape;176;p24"/>
          <p:cNvSpPr/>
          <p:nvPr/>
        </p:nvSpPr>
        <p:spPr>
          <a:xfrm>
            <a:off x="8744300" y="4741200"/>
            <a:ext cx="396000" cy="3924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12 </a:t>
            </a:r>
            <a:endParaRPr sz="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5" descr="Открытый ноутбук Chromebook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936" y="1047964"/>
            <a:ext cx="7198875" cy="369323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5"/>
          <p:cNvSpPr/>
          <p:nvPr/>
        </p:nvSpPr>
        <p:spPr>
          <a:xfrm>
            <a:off x="0" y="0"/>
            <a:ext cx="9144000" cy="7530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2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                          Отзывы после визита</a:t>
            </a:r>
            <a:endParaRPr/>
          </a:p>
        </p:txBody>
      </p:sp>
      <p:sp>
        <p:nvSpPr>
          <p:cNvPr id="188" name="Google Shape;188;p25"/>
          <p:cNvSpPr/>
          <p:nvPr/>
        </p:nvSpPr>
        <p:spPr>
          <a:xfrm>
            <a:off x="8744300" y="4741200"/>
            <a:ext cx="396000" cy="3924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13 </a:t>
            </a:r>
            <a:endParaRPr sz="40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10808F7-46D8-032B-4C99-D96BDA90CD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7949" y="1335640"/>
            <a:ext cx="5353817" cy="26301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4711" y="1397761"/>
            <a:ext cx="4045058" cy="2352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6" descr="Открытый ноутбук Chromebook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9491" y="1150025"/>
            <a:ext cx="5474197" cy="328424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6"/>
          <p:cNvSpPr/>
          <p:nvPr/>
        </p:nvSpPr>
        <p:spPr>
          <a:xfrm>
            <a:off x="0" y="0"/>
            <a:ext cx="9144000" cy="7530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2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                        Прелоадер логотипа</a:t>
            </a:r>
            <a:endParaRPr/>
          </a:p>
        </p:txBody>
      </p:sp>
      <p:sp>
        <p:nvSpPr>
          <p:cNvPr id="200" name="Google Shape;200;p26"/>
          <p:cNvSpPr/>
          <p:nvPr/>
        </p:nvSpPr>
        <p:spPr>
          <a:xfrm>
            <a:off x="8744300" y="4741200"/>
            <a:ext cx="396000" cy="3924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14 </a:t>
            </a:r>
            <a:endParaRPr sz="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9000" r="-22000"/>
          </a:stretch>
        </a:blip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/>
          <p:nvPr/>
        </p:nvSpPr>
        <p:spPr>
          <a:xfrm>
            <a:off x="0" y="0"/>
            <a:ext cx="9144000" cy="7530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2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                   Результаты дипломной работы</a:t>
            </a:r>
            <a:endParaRPr/>
          </a:p>
        </p:txBody>
      </p:sp>
      <p:sp>
        <p:nvSpPr>
          <p:cNvPr id="206" name="Google Shape;206;p27"/>
          <p:cNvSpPr txBox="1"/>
          <p:nvPr/>
        </p:nvSpPr>
        <p:spPr>
          <a:xfrm>
            <a:off x="3403200" y="1209125"/>
            <a:ext cx="57408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Проанализирована предметная область, сформулированы требования к системе «Прованс»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Обоснован и применён стек React, TypeScript, Node.js, PostgreSQL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Реализован SPA-интерфейс с маршрутизацией и анимацией бренда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Реализованы REST API, JWT-аутентификация, модули заказа и бронирования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Спроектирована реляционная БД с JSONB для состава заказа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Создано приложение restaurant-app для ресторана «Прованс»</a:t>
            </a:r>
            <a:endParaRPr sz="1600"/>
          </a:p>
        </p:txBody>
      </p:sp>
      <p:sp>
        <p:nvSpPr>
          <p:cNvPr id="207" name="Google Shape;207;p27"/>
          <p:cNvSpPr/>
          <p:nvPr/>
        </p:nvSpPr>
        <p:spPr>
          <a:xfrm>
            <a:off x="3455725" y="1328925"/>
            <a:ext cx="157500" cy="157500"/>
          </a:xfrm>
          <a:prstGeom prst="ellipse">
            <a:avLst/>
          </a:prstGeom>
          <a:solidFill>
            <a:srgbClr val="FFC107"/>
          </a:solidFill>
          <a:ln w="9525" cap="flat" cmpd="sng">
            <a:solidFill>
              <a:srgbClr val="FFC1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7"/>
          <p:cNvSpPr/>
          <p:nvPr/>
        </p:nvSpPr>
        <p:spPr>
          <a:xfrm>
            <a:off x="3456100" y="1995725"/>
            <a:ext cx="157500" cy="157500"/>
          </a:xfrm>
          <a:prstGeom prst="ellipse">
            <a:avLst/>
          </a:prstGeom>
          <a:solidFill>
            <a:srgbClr val="FFC107"/>
          </a:solidFill>
          <a:ln w="9525" cap="flat" cmpd="sng">
            <a:solidFill>
              <a:srgbClr val="FFC1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7"/>
          <p:cNvSpPr/>
          <p:nvPr/>
        </p:nvSpPr>
        <p:spPr>
          <a:xfrm>
            <a:off x="3455725" y="2647325"/>
            <a:ext cx="157500" cy="157500"/>
          </a:xfrm>
          <a:prstGeom prst="ellipse">
            <a:avLst/>
          </a:prstGeom>
          <a:solidFill>
            <a:srgbClr val="FFC107"/>
          </a:solidFill>
          <a:ln w="9525" cap="flat" cmpd="sng">
            <a:solidFill>
              <a:srgbClr val="FFC1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7"/>
          <p:cNvSpPr/>
          <p:nvPr/>
        </p:nvSpPr>
        <p:spPr>
          <a:xfrm>
            <a:off x="3455725" y="3093725"/>
            <a:ext cx="157500" cy="157500"/>
          </a:xfrm>
          <a:prstGeom prst="ellipse">
            <a:avLst/>
          </a:prstGeom>
          <a:solidFill>
            <a:srgbClr val="FFC107"/>
          </a:solidFill>
          <a:ln w="9525" cap="flat" cmpd="sng">
            <a:solidFill>
              <a:srgbClr val="FFC1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211" name="Google Shape;211;p27"/>
          <p:cNvSpPr/>
          <p:nvPr/>
        </p:nvSpPr>
        <p:spPr>
          <a:xfrm>
            <a:off x="3455725" y="3756125"/>
            <a:ext cx="157500" cy="157500"/>
          </a:xfrm>
          <a:prstGeom prst="ellipse">
            <a:avLst/>
          </a:prstGeom>
          <a:solidFill>
            <a:srgbClr val="FFC107"/>
          </a:solidFill>
          <a:ln w="9525" cap="flat" cmpd="sng">
            <a:solidFill>
              <a:srgbClr val="FFC1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7"/>
          <p:cNvSpPr/>
          <p:nvPr/>
        </p:nvSpPr>
        <p:spPr>
          <a:xfrm>
            <a:off x="3455725" y="4404125"/>
            <a:ext cx="157500" cy="157500"/>
          </a:xfrm>
          <a:prstGeom prst="ellipse">
            <a:avLst/>
          </a:prstGeom>
          <a:solidFill>
            <a:srgbClr val="FFC107"/>
          </a:solidFill>
          <a:ln w="9525" cap="flat" cmpd="sng">
            <a:solidFill>
              <a:srgbClr val="FFC1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7"/>
          <p:cNvSpPr/>
          <p:nvPr/>
        </p:nvSpPr>
        <p:spPr>
          <a:xfrm>
            <a:off x="8744300" y="4741200"/>
            <a:ext cx="396000" cy="3924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15 </a:t>
            </a:r>
            <a:endParaRPr sz="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52E">
              <a:alpha val="7500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2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dirty="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                       </a:t>
            </a:r>
            <a:r>
              <a:rPr lang="ru" sz="4000" dirty="0">
                <a:solidFill>
                  <a:srgbClr val="FFC107"/>
                </a:solidFill>
                <a:latin typeface="Oswald"/>
                <a:ea typeface="Oswald"/>
                <a:cs typeface="Oswald"/>
                <a:sym typeface="Oswald"/>
              </a:rPr>
              <a:t>Спасибо за внимание!</a:t>
            </a:r>
            <a:endParaRPr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278</Words>
  <Application>Microsoft Office PowerPoint</Application>
  <PresentationFormat>Экран (16:9)</PresentationFormat>
  <Paragraphs>65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Oswald</vt:lpstr>
      <vt:lpstr>Arial</vt:lpstr>
      <vt:lpstr>Calibri</vt:lpstr>
      <vt:lpstr>Source Code Pro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 Захаров</dc:creator>
  <cp:lastModifiedBy>Александр Захаров</cp:lastModifiedBy>
  <cp:revision>4</cp:revision>
  <dcterms:modified xsi:type="dcterms:W3CDTF">2026-05-23T07:06:57Z</dcterms:modified>
</cp:coreProperties>
</file>